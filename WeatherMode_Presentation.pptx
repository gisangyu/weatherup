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AC8"/>
    <a:srgbClr val="BAB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341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0" y="-365760"/>
            <a:ext cx="3474720" cy="3017520"/>
          </a:xfrm>
          <a:prstGeom prst="hexagon">
            <a:avLst/>
          </a:prstGeom>
          <a:solidFill>
            <a:srgbClr val="EBF0FF"/>
          </a:solidFill>
          <a:ln w="19050">
            <a:solidFill>
              <a:srgbClr val="EBF0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32320" y="274320"/>
            <a:ext cx="1828800" cy="1581912"/>
          </a:xfrm>
          <a:prstGeom prst="hexagon">
            <a:avLst/>
          </a:prstGeom>
          <a:solidFill>
            <a:srgbClr val="EEF0FC"/>
          </a:solidFill>
          <a:ln w="19050">
            <a:solidFill>
              <a:srgbClr val="EEF0F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56032"/>
            <a:ext cx="475488" cy="411480"/>
          </a:xfrm>
          <a:prstGeom prst="hexagon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2560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</a:t>
            </a:r>
            <a:endParaRPr 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2D3AC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WEATHER UP</a:t>
            </a:r>
            <a:endParaRPr lang="en-US" sz="1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1168" y="96012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날씨로 완성하는</a:t>
            </a:r>
            <a:endParaRPr 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하루의 라이프스타일</a:t>
            </a:r>
            <a:endParaRPr 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1168" y="2944368"/>
            <a:ext cx="1280160" cy="36576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" y="312724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날씨를 UI 모드로 활용해 패션 · 음식 · 액티비티를 큐레이션하는</a:t>
            </a:r>
            <a:endParaRPr lang="en-US" sz="13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인터랙티브 React 라이프스타일 웹 서비스</a:t>
            </a:r>
            <a:endParaRPr lang="en-US" sz="13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1168" y="4224528"/>
            <a:ext cx="2011680" cy="475488"/>
          </a:xfrm>
          <a:prstGeom prst="rect">
            <a:avLst/>
          </a:prstGeom>
          <a:solidFill>
            <a:srgbClr val="2D3AC8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1168" y="4224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 1  ·  중간고사</a:t>
            </a:r>
            <a:endParaRPr lang="en-US" sz="1200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67712" y="422452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898B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</a:t>
            </a:r>
            <a:endParaRPr 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88336" y="4224528"/>
            <a:ext cx="20116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88336" y="4224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AC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 2  ·  기말고사</a:t>
            </a:r>
            <a:endParaRPr lang="en-US" sz="1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01</a:t>
            </a:r>
            <a:endParaRPr lang="en-US" sz="9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목  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01168" y="2144268"/>
            <a:ext cx="4206240" cy="50292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116128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1581912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Weather Up?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1728" y="9601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81728" y="2144268"/>
            <a:ext cx="42062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46320" y="1188720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31536" y="116128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중간고사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31536" y="1581912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버튼 · 테마 전환 · 정적 데이터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231343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01168" y="3497580"/>
            <a:ext cx="4206240" cy="50292"/>
          </a:xfrm>
          <a:prstGeom prst="rect">
            <a:avLst/>
          </a:prstGeom>
          <a:solidFill>
            <a:srgbClr val="2EB873"/>
          </a:solidFill>
          <a:ln w="12700">
            <a:solidFill>
              <a:srgbClr val="2EB8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2EB8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254203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B8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976" y="251460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테마 클래스 시스템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0976" y="2935224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 기반 전체 테마 전환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81728" y="231343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681728" y="3497580"/>
            <a:ext cx="4206240" cy="50292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846320" y="2542032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46320" y="254203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31536" y="251460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컴포넌트 구조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31536" y="2935224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Layout · Pages · 상태 흐름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" y="366674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01168" y="4850892"/>
            <a:ext cx="4206240" cy="50292"/>
          </a:xfrm>
          <a:prstGeom prst="rect">
            <a:avLst/>
          </a:prstGeom>
          <a:solidFill>
            <a:srgbClr val="6B78E0"/>
          </a:solidFill>
          <a:ln w="12700">
            <a:solidFill>
              <a:srgbClr val="6B7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65760" y="3895344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6B7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65760" y="3895344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0976" y="386791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기말고사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50976" y="4288536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 · 7일 예보 · 위치 기반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81728" y="366674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681728" y="4850892"/>
            <a:ext cx="4206240" cy="502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846320" y="3895344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46320" y="3895344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31536" y="386791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결론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31536" y="4288536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API · Libraries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8741664" cy="74980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  <a:effectLst>
            <a:outerShdw blurRad="203200" dist="50800" dir="8100000" algn="bl" rotWithShape="0">
              <a:srgbClr val="2D3AC8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658368" cy="566928"/>
          </a:xfrm>
          <a:prstGeom prst="hexagon">
            <a:avLst/>
          </a:prstGeom>
          <a:solidFill>
            <a:srgbClr val="3D4DD8"/>
          </a:solidFill>
          <a:ln w="12700">
            <a:solidFill>
              <a:srgbClr val="3D4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24128" y="9144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C5FF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날씨를 UI 모드로 활용해 </a:t>
            </a:r>
            <a:r>
              <a:rPr lang="en-US" sz="1300" b="1" dirty="0">
                <a:solidFill>
                  <a:srgbClr val="FFFFFF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하루의 라이프스타일을 큐레이션</a:t>
            </a:r>
            <a:r>
              <a:rPr lang="en-US" sz="1300" dirty="0">
                <a:solidFill>
                  <a:srgbClr val="BDC5FF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하는 인터랙티브 웹 서비스</a:t>
            </a:r>
            <a:endParaRPr lang="en-US" sz="13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1168" y="1828800"/>
            <a:ext cx="279806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01168" y="1828800"/>
            <a:ext cx="2798064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52728" y="2029968"/>
            <a:ext cx="694944" cy="603504"/>
          </a:xfrm>
          <a:prstGeom prst="hexagon">
            <a:avLst/>
          </a:prstGeom>
          <a:solidFill>
            <a:srgbClr val="FEE9E7"/>
          </a:solidFill>
          <a:ln w="19050">
            <a:solidFill>
              <a:srgbClr val="FE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52728" y="2029968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" y="2761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문제 정의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3218688"/>
            <a:ext cx="188366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" y="34640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기존 날씨 앱은 정보 제공에서 끝남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날씨↔실제 행동 선택의 연결 부재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41955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옷·음식·활동을 따로 고민해야 함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163824" y="1828800"/>
            <a:ext cx="279806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163824" y="1828800"/>
            <a:ext cx="27980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215384" y="2029968"/>
            <a:ext cx="694944" cy="603504"/>
          </a:xfrm>
          <a:prstGeom prst="hexagon">
            <a:avLst/>
          </a:prstGeom>
          <a:solidFill>
            <a:srgbClr val="FEF3C7"/>
          </a:solidFill>
          <a:ln w="1905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215384" y="2029968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28416" y="2761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해결 방향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21024" y="3218688"/>
            <a:ext cx="188366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328416" y="34640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날씨를 기준으로 하루를 통합 제안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28416" y="38221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정보→행동·감성까지 연결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28416" y="41955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UI 자체가 날씨 기반으로 변화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26480" y="1828800"/>
            <a:ext cx="279806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126480" y="1828800"/>
            <a:ext cx="2798064" cy="54864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178040" y="2029968"/>
            <a:ext cx="694944" cy="603504"/>
          </a:xfrm>
          <a:prstGeom prst="hexagon">
            <a:avLst/>
          </a:prstGeom>
          <a:solidFill>
            <a:srgbClr val="EBF0FF"/>
          </a:solidFill>
          <a:ln w="19050">
            <a:solidFill>
              <a:srgbClr val="EBF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178040" y="2029968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91072" y="2761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차별성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3218688"/>
            <a:ext cx="188366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291072" y="34640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classList 기반 전체 테마 전환 시스템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91072" y="38221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패션·음식·액티비티 통합 큐레이션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91072" y="41955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중간→기말 단계적 컴포넌트 확장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2743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01168" y="384048"/>
            <a:ext cx="658368" cy="566928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3840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43891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 /  중간고사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" y="111556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Mode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201168" y="22677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없이 날씨 테마 전환 시스템과 컴포넌트 구조 완성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2788920"/>
            <a:ext cx="320040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01168" y="3035808"/>
            <a:ext cx="2011680" cy="71323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1168" y="30358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  맑음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14016" y="3035808"/>
            <a:ext cx="2011680" cy="713232"/>
          </a:xfrm>
          <a:prstGeom prst="rect">
            <a:avLst/>
          </a:prstGeom>
          <a:solidFill>
            <a:srgbClr val="F0F0F4"/>
          </a:solidFill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14016" y="30358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  흐림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26864" y="3035808"/>
            <a:ext cx="2011680" cy="713232"/>
          </a:xfrm>
          <a:prstGeom prst="rect">
            <a:avLst/>
          </a:prstGeom>
          <a:solidFill>
            <a:srgbClr val="EBF0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26864" y="30358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🌧  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39712" y="3035808"/>
            <a:ext cx="2011680" cy="713232"/>
          </a:xfrm>
          <a:prstGeom prst="rect">
            <a:avLst/>
          </a:prstGeom>
          <a:solidFill>
            <a:srgbClr val="EEF0FF"/>
          </a:solidFill>
          <a:ln w="19050">
            <a:solidFill>
              <a:srgbClr val="6B7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39712" y="30358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❄  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 ·  중간고사 구현 목표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1051560"/>
            <a:ext cx="438912" cy="384048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01168" y="10515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날씨 선택 버튼 4개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1325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맑음 / 흐림 / 비 / 눈 — 상단 4개 버튼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856232"/>
            <a:ext cx="438912" cy="384048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1168" y="185623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" y="17647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전역 상태 관리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130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또는 Zustand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2660904"/>
            <a:ext cx="438912" cy="384048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01168" y="266090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" y="25694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classList 테마 전환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" y="29352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body.theme-{weather} 클래스 관리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" y="3465576"/>
            <a:ext cx="438912" cy="384048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01168" y="346557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" y="3374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정적 데이터 콘텐츠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" y="37398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weatherData.js 하드코딩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4270248"/>
            <a:ext cx="438912" cy="384048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01168" y="427024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" y="4178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5개 페이지 구성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4544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OOTD · Food · Activity · About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960120"/>
            <a:ext cx="22860" cy="393192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257800" y="960120"/>
            <a:ext cx="3474720" cy="658368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257800" y="9601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웹사이트 접속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1764792"/>
            <a:ext cx="22860" cy="201168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934456" y="1764792"/>
            <a:ext cx="45720" cy="91440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257800" y="1965960"/>
            <a:ext cx="3474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257800" y="19659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날씨 버튼 클릭 (4개)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0" y="2770632"/>
            <a:ext cx="22860" cy="201168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934456" y="2770632"/>
            <a:ext cx="45720" cy="91440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257800" y="2971800"/>
            <a:ext cx="3474720" cy="658368"/>
          </a:xfrm>
          <a:prstGeom prst="rect">
            <a:avLst/>
          </a:prstGeom>
          <a:solidFill>
            <a:srgbClr val="2EB873"/>
          </a:solidFill>
          <a:ln w="12700">
            <a:solidFill>
              <a:srgbClr val="2EB873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257800" y="29718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테마 클래스 전환 + 콘텐츠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3776472"/>
            <a:ext cx="22860" cy="201168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934456" y="3776472"/>
            <a:ext cx="45720" cy="91440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257800" y="3977640"/>
            <a:ext cx="3474720" cy="65836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257800" y="39776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서브페이지 상세 확인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2EB873"/>
          </a:solidFill>
          <a:ln w="12700">
            <a:solidFill>
              <a:srgbClr val="2EB8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테마 클래스 시스템  —  classList 기반 전체 테마 전환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2084832" cy="2880360"/>
          </a:xfrm>
          <a:prstGeom prst="rect">
            <a:avLst/>
          </a:prstGeom>
          <a:solidFill>
            <a:srgbClr val="EEF6FF"/>
          </a:solidFill>
          <a:ln w="25400">
            <a:solidFill>
              <a:srgbClr val="FFB80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201168" y="932688"/>
            <a:ext cx="2084832" cy="5029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7552" y="1024128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" y="15544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맑음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956816"/>
            <a:ext cx="1755648" cy="32918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195681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.theme-sunny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0896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밝은 배경, </a:t>
            </a:r>
            <a:r>
              <a:rPr lang="en-US" sz="1100" dirty="0" err="1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활기</a:t>
            </a:r>
            <a:r>
              <a:rPr lang="ko-KR" alt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" y="332841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8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--bg: #EEF6FF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14016" y="932688"/>
            <a:ext cx="2084832" cy="2880360"/>
          </a:xfrm>
          <a:prstGeom prst="rect">
            <a:avLst/>
          </a:prstGeom>
          <a:solidFill>
            <a:srgbClr val="F4F4F4"/>
          </a:solidFill>
          <a:ln w="25400">
            <a:solidFill>
              <a:srgbClr val="8A9BB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414016" y="932688"/>
            <a:ext cx="2084832" cy="5029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00400" y="1024128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0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14016" y="15544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흐림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578608" y="1956816"/>
            <a:ext cx="1755648" cy="32918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578608" y="195681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.theme-cloudy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23744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저채도 회색, </a:t>
            </a:r>
            <a:r>
              <a:rPr lang="en-US" sz="1100" dirty="0" err="1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차분한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23744" y="332841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8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--bg: #F4F4F4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26864" y="932688"/>
            <a:ext cx="2084832" cy="2880360"/>
          </a:xfrm>
          <a:prstGeom prst="rect">
            <a:avLst/>
          </a:prstGeom>
          <a:solidFill>
            <a:srgbClr val="1C2B3A"/>
          </a:solidFill>
          <a:ln w="25400">
            <a:solidFill>
              <a:srgbClr val="4A9E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626864" y="932688"/>
            <a:ext cx="2084832" cy="5029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413248" y="1024128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13248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🌧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26864" y="15544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91456" y="1956816"/>
            <a:ext cx="1755648" cy="32918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791456" y="195681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.theme-rainy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592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 모드, Glassmorphism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36592" y="332841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--bg: #1C2B3A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39712" y="932688"/>
            <a:ext cx="2084832" cy="2880360"/>
          </a:xfrm>
          <a:prstGeom prst="rect">
            <a:avLst/>
          </a:prstGeom>
          <a:solidFill>
            <a:srgbClr val="EAF0FF"/>
          </a:solidFill>
          <a:ln w="25400">
            <a:solidFill>
              <a:srgbClr val="A8C8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839712" y="932688"/>
            <a:ext cx="2084832" cy="502920"/>
          </a:xfrm>
          <a:prstGeom prst="rect">
            <a:avLst/>
          </a:prstGeom>
          <a:solidFill>
            <a:srgbClr val="A8C8FF"/>
          </a:solidFill>
          <a:ln w="12700">
            <a:solidFill>
              <a:srgbClr val="A8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626096" y="1024128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626096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❄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39712" y="15544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눈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04304" y="1956816"/>
            <a:ext cx="1755648" cy="329184"/>
          </a:xfrm>
          <a:prstGeom prst="rect">
            <a:avLst/>
          </a:prstGeom>
          <a:solidFill>
            <a:srgbClr val="A8C8FF"/>
          </a:solidFill>
          <a:ln w="12700">
            <a:solidFill>
              <a:srgbClr val="A8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004304" y="195681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.theme-snowy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49440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화이트/연블루, 겨울 감성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9440" y="332841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8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--bg: #EAF0FF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1168" y="3931920"/>
            <a:ext cx="8741664" cy="896112"/>
          </a:xfrm>
          <a:prstGeom prst="rect">
            <a:avLst/>
          </a:prstGeom>
          <a:solidFill>
            <a:srgbClr val="16162A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84048" y="3931920"/>
            <a:ext cx="8412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 document.body.classList.</a:t>
            </a:r>
            <a:r>
              <a:rPr lang="en-US" sz="1050" dirty="0">
                <a:solidFill>
                  <a:srgbClr val="2EB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('theme-sunny','theme-cloudy','theme-rainy','theme-snowy');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document.body.classList.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B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(`theme-${weatherMode}`); }, [weatherMode]);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컴포넌트 구조  —  App 트리 및 상태 흐름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46120" y="960120"/>
            <a:ext cx="2651760" cy="53035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  <a:effectLst>
            <a:outerShdw blurRad="203200" dist="50800" dir="8100000" algn="bl" rotWithShape="0">
              <a:srgbClr val="2D3AC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46120" y="9601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 —  weatherMode 전역 상태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536192"/>
            <a:ext cx="265176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46120" y="1536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props / Context 하향 전달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62856" y="1737360"/>
            <a:ext cx="22860" cy="201168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0" y="1938528"/>
            <a:ext cx="1828800" cy="457200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0" y="1938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6189" y="2633472"/>
            <a:ext cx="1691640" cy="420624"/>
          </a:xfrm>
          <a:prstGeom prst="rect">
            <a:avLst/>
          </a:prstGeom>
          <a:solidFill>
            <a:srgbClr val="6B78E0"/>
          </a:solidFill>
          <a:ln w="12700">
            <a:solidFill>
              <a:srgbClr val="6B78E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6189" y="2633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42009" y="2395728"/>
            <a:ext cx="22860" cy="237744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682850" y="2633472"/>
            <a:ext cx="1691640" cy="420624"/>
          </a:xfrm>
          <a:prstGeom prst="rect">
            <a:avLst/>
          </a:prstGeom>
          <a:solidFill>
            <a:srgbClr val="6B78E0"/>
          </a:solidFill>
          <a:ln w="12700">
            <a:solidFill>
              <a:srgbClr val="6B78E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682850" y="2633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WeatherSelector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8670" y="2395728"/>
            <a:ext cx="22860" cy="237744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69510" y="2633472"/>
            <a:ext cx="1691640" cy="420624"/>
          </a:xfrm>
          <a:prstGeom prst="rect">
            <a:avLst/>
          </a:prstGeom>
          <a:solidFill>
            <a:srgbClr val="6B78E0"/>
          </a:solidFill>
          <a:ln w="12700">
            <a:solidFill>
              <a:srgbClr val="6B78E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69510" y="2633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HamburgerMenu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5330" y="2395728"/>
            <a:ext cx="22860" cy="237744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56171" y="2633472"/>
            <a:ext cx="1691640" cy="420624"/>
          </a:xfrm>
          <a:prstGeom prst="rect">
            <a:avLst/>
          </a:prstGeom>
          <a:solidFill>
            <a:srgbClr val="6B78E0"/>
          </a:solidFill>
          <a:ln w="12700">
            <a:solidFill>
              <a:srgbClr val="6B78E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56171" y="2633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01991" y="2395728"/>
            <a:ext cx="22860" cy="237744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86512" y="3273552"/>
            <a:ext cx="1645920" cy="457200"/>
          </a:xfrm>
          <a:prstGeom prst="rect">
            <a:avLst/>
          </a:prstGeom>
          <a:solidFill>
            <a:srgbClr val="2EB873"/>
          </a:solidFill>
          <a:ln w="12700">
            <a:solidFill>
              <a:srgbClr val="2EB873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86512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HomePage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9664" y="382219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59664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WeatherHero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9664" y="4224528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59664" y="42245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SectionPreviewCard ×3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17776" y="3273552"/>
            <a:ext cx="1645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017776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OOTDPage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90928" y="382219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090928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StyleKeywordTags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90928" y="4224528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090928" y="42245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OutfitCardList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49040" y="3273552"/>
            <a:ext cx="164592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749040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FoodPage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22192" y="382219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822192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FoodKeywords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22192" y="4224528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822192" y="42245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RestaurantCardList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0304" y="3273552"/>
            <a:ext cx="1645920" cy="457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480304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ActivityPage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53456" y="382219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553456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ActivityFilter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53456" y="4224528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553456" y="42245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ActivityCardList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11568" y="3273552"/>
            <a:ext cx="1645920" cy="457200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211568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AboutPage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84720" y="382219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7284720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ProjectIntro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84720" y="4224528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7284720" y="42245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TechFlow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정적 데이터 구조  —  src/data/weatherData.js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4983480" cy="3886200"/>
          </a:xfrm>
          <a:prstGeom prst="rect">
            <a:avLst/>
          </a:prstGeom>
          <a:solidFill>
            <a:srgbClr val="16162A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" y="106984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8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src/data/weatherData.js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134416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weatherData =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61848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sunny: {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89280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fashion: { message, keywords,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216712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badges },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244144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food:    { message, keywords },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271576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activity:{ message, keywords,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299008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type },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" y="326440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" y="353872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cloudy: { ... },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" y="381304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A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rainy:  { ... },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" y="408736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snowy:  { ... },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" y="436168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76672" y="96012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376672" y="96012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559552" y="1097280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559552" y="11247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53912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fashion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53912" y="14356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message — 추천 메시지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53912" y="16642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keywords — 스타일 키워드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53912" y="18928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badges — 준비물 뱃지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76672" y="2258568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376672" y="2258568"/>
            <a:ext cx="64008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559552" y="2395728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559552" y="24231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53912" y="2350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53912" y="27340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message — 음식 추천 문구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3912" y="29626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keywords — 음식 키워드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76672" y="3557016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376672" y="3557016"/>
            <a:ext cx="64008" cy="1188720"/>
          </a:xfrm>
          <a:prstGeom prst="rect">
            <a:avLst/>
          </a:prstGeom>
          <a:solidFill>
            <a:srgbClr val="2EB873"/>
          </a:solidFill>
          <a:ln w="12700">
            <a:solidFill>
              <a:srgbClr val="2EB8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559552" y="3694176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559552" y="37216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🏃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53912" y="36484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53912" y="40325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message — 활동 추천 문구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53912" y="42611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keywords — 활동 목록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53912" y="44897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type — indoor / outdoor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88029" y="4087367"/>
            <a:ext cx="2966574" cy="680575"/>
          </a:xfrm>
          <a:prstGeom prst="rect">
            <a:avLst/>
          </a:prstGeom>
          <a:solidFill>
            <a:srgbClr val="16162A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2297355" y="4087367"/>
            <a:ext cx="2738376" cy="68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fashion, food, activity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weatherData[weatherMode];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 ·  5개 페이지 구성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4206240" cy="64008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84048" y="1124712"/>
            <a:ext cx="475488" cy="41148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84048" y="112471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>
                    <a:lumMod val="8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78408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날씨 선택 버튼 4개 (WeatherSelector)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9659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OOTD · Food · Activity 섹션 프리뷰 카드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버튼 클릭 시 전체 섹션 즉시 동기화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36008" y="960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36008" y="960120"/>
            <a:ext cx="4206240" cy="64008"/>
          </a:xfrm>
          <a:prstGeom prst="rect">
            <a:avLst/>
          </a:prstGeom>
          <a:solidFill>
            <a:srgbClr val="C89200"/>
          </a:solidFill>
          <a:ln w="12700">
            <a:solidFill>
              <a:srgbClr val="C89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818888" y="1124712"/>
            <a:ext cx="475488" cy="41148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C89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18888" y="112471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13248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1645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날씨 기반 스타일 추천 메시지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19659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추천 스타일 키워드 태그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2286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우산·아우터 등 준비물 뱃지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1168" y="2834640"/>
            <a:ext cx="2798064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01168" y="2834640"/>
            <a:ext cx="2798064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84048" y="2999232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84048" y="299923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976" y="30175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349300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날씨 기반 음식 큐레이션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89534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비 → 파전, 눈 → 국물요리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2976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[기말] 위치 기반 맛집 리스트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63824" y="2834640"/>
            <a:ext cx="2798064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163824" y="2834640"/>
            <a:ext cx="2798064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346704" y="2999232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346704" y="299923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913632" y="30175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28416" y="349300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실내/실외 활동 제안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28416" y="389534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날씨에 맞는 활동 카드 목록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28416" y="42976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[기말] 실제 장소 API 연동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2834640"/>
            <a:ext cx="2798064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126480" y="2834640"/>
            <a:ext cx="2798064" cy="64008"/>
          </a:xfrm>
          <a:prstGeom prst="rect">
            <a:avLst/>
          </a:prstGeom>
          <a:solidFill>
            <a:srgbClr val="565675"/>
          </a:solidFill>
          <a:ln w="12700">
            <a:solidFill>
              <a:srgbClr val="5656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309360" y="2999232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5656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309360" y="299923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656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76288" y="30175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91072" y="349300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프로젝트 소개 및 기획 의도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91072" y="389534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사용 API · 라이브러리 목록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91072" y="42976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기술 흐름 다이어그램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2743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01168" y="384048"/>
            <a:ext cx="658368" cy="566928"/>
          </a:xfrm>
          <a:prstGeom prst="hexagon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3840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43891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 /  기말고사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" y="111556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Module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201168" y="22677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 연동 · 7일 날짜 버튼 · 위치 기반 추천으로 확장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2788920"/>
            <a:ext cx="320040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01168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1168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08176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408176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15184" y="3035808"/>
            <a:ext cx="1078992" cy="804672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615184" y="3035808"/>
            <a:ext cx="1078992" cy="64008"/>
          </a:xfrm>
          <a:prstGeom prst="rect">
            <a:avLst/>
          </a:prstGeom>
          <a:solidFill>
            <a:srgbClr val="BABFF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15184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22192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6B7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22192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4/18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6208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36208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4/19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43216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43216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4/20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 ·  API 연동 전략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874166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06984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0976" y="10332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OpenWeatherMap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051560"/>
            <a:ext cx="8686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0" y="1051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날씨 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50976" y="1435608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7일 날짜별 날씨 코드 수신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1627632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코드 → sunny/cloudy/rainy/snowy 매핑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0976" y="1819656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useWeatherForecast() 커스텀 훅으로 분리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" y="2103120"/>
            <a:ext cx="874166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01168" y="2103120"/>
            <a:ext cx="64008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212848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21284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0976" y="21762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Kakao Maps / Google Places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2194560"/>
            <a:ext cx="868680" cy="274320"/>
          </a:xfrm>
          <a:prstGeom prst="rect">
            <a:avLst/>
          </a:prstGeom>
          <a:solidFill>
            <a:srgbClr val="FEE9E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577840" y="2194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맛집 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" y="2578608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현재 위치 기반 맛집 · 장소 검색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0976" y="2770632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카테고리 필터 (음식점/카페/공원 등)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0976" y="2962656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RestaurantCardList 컴포넌트에 주입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3246120"/>
            <a:ext cx="874166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01168" y="3246120"/>
            <a:ext cx="64008" cy="1051560"/>
          </a:xfrm>
          <a:prstGeom prst="rect">
            <a:avLst/>
          </a:prstGeom>
          <a:solidFill>
            <a:srgbClr val="2EB873"/>
          </a:solidFill>
          <a:ln w="12700">
            <a:solidFill>
              <a:srgbClr val="2EB8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355848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2EB8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65760" y="335584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B8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50976" y="33192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Geolocation API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577840" y="3337560"/>
            <a:ext cx="868680" cy="274320"/>
          </a:xfrm>
          <a:prstGeom prst="rect">
            <a:avLst/>
          </a:prstGeom>
          <a:solidFill>
            <a:srgbClr val="E8F8F0"/>
          </a:solidFill>
          <a:ln w="12700">
            <a:solidFill>
              <a:srgbClr val="2EB8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577840" y="3337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B8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위치 API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0976" y="3721608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위치 허용 시 좌표 자동 감지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0976" y="3913632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거부 시 서울(37.5665, 126.9780) 사용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0976" y="4105656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navigator.geolocation.getCurrentPosition()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01168" y="4526280"/>
            <a:ext cx="8741664" cy="475488"/>
          </a:xfrm>
          <a:prstGeom prst="rect">
            <a:avLst/>
          </a:prstGeom>
          <a:solidFill>
            <a:srgbClr val="EBF0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01168" y="4526280"/>
            <a:ext cx="64008" cy="47548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84048" y="45262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정적 데이터와 동일한 구조로 API 응답을 변환 → 기존 컴포넌트 수정 없이 재사용 가능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→ Phase 2  ·  </a:t>
            </a:r>
            <a:r>
              <a:rPr lang="ko-KR" alt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향후 계획</a:t>
            </a: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39776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01168" y="960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 ·  중간고사 (Static)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4528" y="96012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898B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56048" y="960120"/>
            <a:ext cx="3977640" cy="47548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56048" y="960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 ·  기말고사 (API)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157276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01168" y="1572768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760" y="15727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날씨 수동 선택 버튼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24528" y="15727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98B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56048" y="157276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956048" y="1572768"/>
            <a:ext cx="64008" cy="56692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120640" y="15727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 날짜 버튼 (API 자동 생성)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" y="2231136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01168" y="2231136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" y="22311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데이터 weatherData.js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24528" y="223113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98B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56048" y="2231136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956048" y="2231136"/>
            <a:ext cx="64008" cy="56692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120640" y="22311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실시간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1168" y="288950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01168" y="2889504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65760" y="28895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하드코딩된 추천 콘텐츠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24528" y="288950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98B0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56048" y="288950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956048" y="2889504"/>
            <a:ext cx="64008" cy="56692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120640" y="28895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Kakao/Google Places 위치 기반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01168" y="3547872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01168" y="3547872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65760" y="35478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기능 없음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24528" y="354787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98B0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56048" y="3547872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956048" y="3547872"/>
            <a:ext cx="64008" cy="56692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120640" y="35478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현재 위치 자동 감지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01168" y="420624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01168" y="420624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65760" y="4206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 구조 확립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24528" y="42062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98B0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956048" y="420624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956048" y="4206240"/>
            <a:ext cx="64008" cy="56692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120640" y="4206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컴포넌트 재사용 + API 확장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기술 스택  ·  Tech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42245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84048" y="1069848"/>
            <a:ext cx="530352" cy="45720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2EB8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" y="10698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B8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088136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389534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02336" y="170992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React (Create React App)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198424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React Router (페이지 라우팅)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" y="22585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Context API / Zustand (전역 상태)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253288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CSS Modules / Styled Components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73168" y="960120"/>
            <a:ext cx="42245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956048" y="1069848"/>
            <a:ext cx="530352" cy="45720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956048" y="10698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14416" y="1088136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1600200"/>
            <a:ext cx="389534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74336" y="170992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OpenWeatherMap (7일 날씨)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74336" y="198424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Kakao Maps / Google Places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74336" y="22585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Browser Geolocation 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74336" y="253288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Axios / fetch (API 통신)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1168" y="2990088"/>
            <a:ext cx="42245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84048" y="3099816"/>
            <a:ext cx="530352" cy="45720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84048" y="30998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42416" y="3118104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/ 라이브러리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630168"/>
            <a:ext cx="389534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02336" y="37398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React Icons (아이콘)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2336" y="401421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Framer Motion (애니메이션)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" y="428853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Masonry 레이아웃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2336" y="456285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Pretendard / Noto Sans KR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73168" y="2990088"/>
            <a:ext cx="42245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956048" y="3099816"/>
            <a:ext cx="530352" cy="45720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956048" y="30998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14416" y="3118104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상태 관리 흐름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937760" y="3630168"/>
            <a:ext cx="389534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974336" y="37398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전역 상태: weatherMode (4가지)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74336" y="401421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 최상위 → classList 적용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74336" y="428853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body.theme-{weather} 클래스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74336" y="456285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Phase 2: API 응답 캐싱 처리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2770632"/>
          </a:xfrm>
          <a:prstGeom prst="hexagon">
            <a:avLst/>
          </a:prstGeom>
          <a:solidFill>
            <a:srgbClr val="3A48D8"/>
          </a:solidFill>
          <a:ln w="19050">
            <a:solidFill>
              <a:srgbClr val="3A4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772400" y="1371600"/>
            <a:ext cx="1828800" cy="1581912"/>
          </a:xfrm>
          <a:prstGeom prst="hexagon">
            <a:avLst/>
          </a:prstGeom>
          <a:solidFill>
            <a:srgbClr val="2230B8"/>
          </a:solidFill>
          <a:ln w="19050">
            <a:solidFill>
              <a:srgbClr val="2230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989320" y="2980944"/>
            <a:ext cx="2286000" cy="1984248"/>
          </a:xfrm>
          <a:prstGeom prst="hexagon">
            <a:avLst/>
          </a:prstGeom>
          <a:solidFill>
            <a:srgbClr val="2230B8"/>
          </a:solidFill>
          <a:ln w="19050">
            <a:solidFill>
              <a:srgbClr val="2230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08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84124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Up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228600" y="1810512"/>
            <a:ext cx="1645920" cy="36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>
              <a:highlight>
                <a:srgbClr val="00FF00"/>
              </a:highlight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" y="1938528"/>
            <a:ext cx="6858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정보  ×  시각적 테마 전환  ×  라이프스타일 큐레이션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가지를 결합한 경험 중심 인터랙티브 웹 서비스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3035808"/>
            <a:ext cx="987552" cy="502920"/>
          </a:xfrm>
          <a:prstGeom prst="rect">
            <a:avLst/>
          </a:prstGeom>
          <a:solidFill>
            <a:srgbClr val="2D3AC8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28600" y="30358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25880" y="30358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테마 클래스 시스템 + 컴포넌트 구조 + 정적 데이터 완성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721608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8600" y="37216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7216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 + 7일 예보 + 위치 기반 추천으로 확장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1123</Words>
  <Application>Microsoft Office PowerPoint</Application>
  <PresentationFormat>화면 슬라이드 쇼(16:9)</PresentationFormat>
  <Paragraphs>306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Pretendard ExtraBold</vt:lpstr>
      <vt:lpstr>Pretendard ExtraLight</vt:lpstr>
      <vt:lpstr>Arial</vt:lpstr>
      <vt:lpstr>Calibri</vt:lpstr>
      <vt:lpstr>Consolas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Mode</dc:title>
  <dc:subject>PptxGenJS Presentation</dc:subject>
  <dc:creator>PptxGenJS</dc:creator>
  <cp:lastModifiedBy>기상 유</cp:lastModifiedBy>
  <cp:revision>2</cp:revision>
  <dcterms:created xsi:type="dcterms:W3CDTF">2026-04-14T07:34:53Z</dcterms:created>
  <dcterms:modified xsi:type="dcterms:W3CDTF">2026-04-14T07:51:18Z</dcterms:modified>
</cp:coreProperties>
</file>